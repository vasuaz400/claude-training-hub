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00"/>
            <a:ext cx="9144000" cy="3657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640080" cy="640080"/>
          </a:xfrm>
          <a:prstGeom prst="rect">
            <a:avLst/>
          </a:prstGeom>
          <a:solidFill>
            <a:srgbClr val="86BC2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Support Training Program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6BC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5-Day Intensive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L0/L1 Support Engineers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Consulting |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097280" cy="36576"/>
          </a:xfrm>
          <a:prstGeom prst="rect">
            <a:avLst/>
          </a:prstGeom>
          <a:solidFill>
            <a:srgbClr val="86BC25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47548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21031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Block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Activity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Morning Session 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8:30 - 10:00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Concept review + live demo (Topic A)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Lab 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10:15 - 11:30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Hands-on exercise (Topic A)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Morning Session 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11:30 - 12:30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Concept review (Topic B)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Afternoon Session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13:15 - 14:30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Live demo + troubleshooting (Topic B)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Lab 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14:45 - 16:30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Hands-on exercise (Topic B)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9B1E"/>
                          </a:solidFill>
                        </a:rPr>
                        <a:t>Knowledge Check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16:30 - 17:00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 MCQs per day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280160"/>
            <a:ext cx="3017520" cy="109728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0" y="13716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Audience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New hire support engineers (L0/L1)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10-12 learners per cohort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760720" y="2606040"/>
            <a:ext cx="3017520" cy="109728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0" y="26974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Duration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5 days, 9 hours/day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1-hour trainer session + self-paced study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760720" y="3931920"/>
            <a:ext cx="3017520" cy="822960"/>
          </a:xfrm>
          <a:prstGeom prst="rect">
            <a:avLst/>
          </a:prstGeom>
          <a:solidFill>
            <a:srgbClr val="E8F5D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943600" y="40233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9B1E"/>
                </a:solidFill>
              </a:rPr>
              <a:t>Pre-Work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Skim Claude 101, install Node.js 18+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9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Foundations: Claude Chat &amp; Projects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914400" cy="3657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25880"/>
            <a:ext cx="3931920" cy="347472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393192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53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A: Claude Chat Fundamentals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mission &amp; Acceptable Use Policy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family: Opus, Sonnet, Haiku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Surfaces: web, desktop, mobile, extension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&amp; limits: Free, Pro, Max, Team, Enterprise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essentials: conversations, branch, share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Artifacts: code, docs, diagrams, HTML previews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uploads: PDF, DOCX, XLSX, CSV, images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&amp; research mode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3931920" cy="347472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25880"/>
            <a:ext cx="393192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353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B: Projects &amp; Memory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Project: persistent context container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knowledge: up to 200K tokens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instructions: per-Project prompts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collaboration: Viewer vs. Editor roles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global vs. Project-scoped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Incognito mode &amp; privacy controls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practices: Projects vs. single chats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9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&amp; Connectors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914400" cy="3657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25880"/>
            <a:ext cx="3931920" cy="347472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393192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53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A: Agent Skills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anatomy: SKILL.md + YAML frontmatter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fields: name and description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model: auto-invocation by description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vs. Private vs. User skills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effective descriptions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Bundling assets: Python, Node.js, shell scripts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via plugins &amp; marketplace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3931920" cy="347472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25880"/>
            <a:ext cx="393192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353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B: Connectors &amp; Integrations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model: first-party vs. third-party MCP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Authentication: OAuth 2.0 flows &amp; scopes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Catalog: Drive, Gmail, Slack, GitHub, Jira, etc.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Per-conversation vs. per-account scope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Enabling/disabling in chat and settings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admin controls: allow/deny lists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flow, retention &amp; privacy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9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 (Basics to Advanced)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914400" cy="3657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25880"/>
            <a:ext cx="3931920" cy="347472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393192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53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A: Installation &amp; Basics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Claude Code: agentic coding in terminal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Prerequisites: Node.js 18+, npm, git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Install: npm install -g @anthropic-ai/claude-code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run &amp; browser authentication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init: CLAUDE.md &amp; .claude/ directory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commands: /help, /init, /model, /cost, /doctor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operations &amp; permission system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cost tracking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3931920" cy="347472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25880"/>
            <a:ext cx="393192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353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B: Advanced Features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Sub-agents: .claude/agents/*.md definitions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Plugins: /plugins list, install, update, disable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inside Claude Code: .claude/skills/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Hooks: pre/post-tool callbacks (linting, audit)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Logging: ~/.claude/logs/session-*.jsonl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doctor: comprehensive diagnostics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integration: -p flag (non-interactive)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9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Servers &amp; Claude Cowork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914400" cy="3657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25880"/>
            <a:ext cx="3931920" cy="347472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393192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53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A: Model Context Protocol (MCP)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MCP: open protocol for LLM-to-system connections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primitives: Tools, Resources, Prompts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Transports: stdio, SSE, streamable HTTP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discovery: claude mcp add, JSON config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patterns: API keys, OAuth, none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sandboxing, allow-lists, per-tool consent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Authoring: Python SDK &amp; TypeScript SDK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3931920" cy="347472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25880"/>
            <a:ext cx="393192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353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B: Claude Cowork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Cowork: agentic desktop workspace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Availability: paid plans (Pro/Max/Team/Enterprise)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loop: plan, execute, review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Sandbox: Apple Virtualization (macOS)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Excel, PowerPoint, Word, PDF, images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plugins: GitHub, Slack, Notion, Jira, etc.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tasks, Live Artifacts &amp; Dispatch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9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Plugins, Troubleshooting &amp; Final Assessment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914400" cy="3657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25880"/>
            <a:ext cx="3931920" cy="347472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393192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53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A: Plugins &amp; Marketplaces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anatomy: plugin.json manifest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Bundles: Skills, MCP servers, sub-agents, Connectors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marketplace: browse, install, rate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marketplaces: Enterprise admin catalogs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security: signing, allow-lists, review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Commands: /plugins list, install, update, disable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Cross-product portability (Code + Cowork)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3931920" cy="347472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25880"/>
            <a:ext cx="393192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353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B: Cross-Product Troubleshooting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matrix: symptom &gt; product &gt; first 3 checks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locations across all Claude surfaces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categories: auth, network, rate-limit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errors, plugin/skill issues, billing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packets: repro, timestamps, request IDs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status.anthropic.com: check first always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 &amp; Success Criteria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3931920" cy="228600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73152" cy="22860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Knowledge Checks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multiple-choice questions per day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from training plan + 5 additional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retakes allowed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score tracked automatically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scoring and answer review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228600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80160"/>
            <a:ext cx="73152" cy="22860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Assessment (Day 5)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74920" y="187452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multiple-choice questions (Days 1-5)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live troubleshooting scenario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score: 80%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via Microsoft Forms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Judged on triage quality &amp; write-up clarity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2560320" cy="10058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862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6BC25"/>
                </a:solidFill>
              </a:rPr>
              <a:t>75</a:t>
            </a:r>
            <a:endParaRPr lang="en-US" sz="3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Total Questions (Daily)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3291840" y="3840480"/>
            <a:ext cx="2560320" cy="10058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38862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6BC25"/>
                </a:solidFill>
              </a:rPr>
              <a:t>80%</a:t>
            </a:r>
            <a:endParaRPr lang="en-US" sz="3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Final Pass Threshold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6126480" y="3840480"/>
            <a:ext cx="2560320" cy="10058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38862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6BC25"/>
                </a:solidFill>
              </a:rPr>
              <a:t>5</a:t>
            </a:r>
            <a:endParaRPr lang="en-US" sz="3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Days of Training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Resources &amp; Support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86BC25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8463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Resource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URL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Anthropic Skilljar Academy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9B1E"/>
                          </a:solidFill>
                        </a:rPr>
                        <a:t>anthropic.skilljar.com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Claude 101 Course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9B1E"/>
                          </a:solidFill>
                        </a:rPr>
                        <a:t>anthropic.skilljar.com/claude-101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Claude Code 101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9B1E"/>
                          </a:solidFill>
                        </a:rPr>
                        <a:t>anthropic.skilljar.com/claude-code-101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Intro to Cowork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9B1E"/>
                          </a:solidFill>
                        </a:rPr>
                        <a:t>anthropic.skilljar.com/introduction-to-claude-cowork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Intro to MCP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9B1E"/>
                          </a:solidFill>
                        </a:rPr>
                        <a:t>anthropic.skilljar.com/introduction-to-model-context-protocol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Claude Help Center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9B1E"/>
                          </a:solidFill>
                        </a:rPr>
                        <a:t>support.anthropic.com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Claude API Docs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9B1E"/>
                          </a:solidFill>
                        </a:rPr>
                        <a:t>docs.anthropic.com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Anthropic Status Page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9B1E"/>
                          </a:solidFill>
                        </a:rPr>
                        <a:t>status.anthropic.com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Anthropic Trust Center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9B1E"/>
                          </a:solidFill>
                        </a:rPr>
                        <a:t>trust.anthropic.com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Text 1"/>
          <p:cNvSpPr/>
          <p:nvPr/>
        </p:nvSpPr>
        <p:spPr>
          <a:xfrm>
            <a:off x="4023360" y="914400"/>
            <a:ext cx="1097280" cy="1097280"/>
          </a:xfrm>
          <a:prstGeom prst="rect">
            <a:avLst/>
          </a:prstGeom>
          <a:solidFill>
            <a:srgbClr val="86BC2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200400" y="3108960"/>
            <a:ext cx="2743200" cy="3657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your training coordinator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follow-up questions or support.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6BC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Support Training Program - 5-Day Intensive</dc:title>
  <dc:subject>PptxGenJS Presentation</dc:subject>
  <dc:creator>Deloitte Consulting</dc:creator>
  <cp:lastModifiedBy>Deloitte Consulting</cp:lastModifiedBy>
  <cp:revision>1</cp:revision>
  <dcterms:created xsi:type="dcterms:W3CDTF">2026-06-02T13:55:07Z</dcterms:created>
  <dcterms:modified xsi:type="dcterms:W3CDTF">2026-06-02T13:55:07Z</dcterms:modified>
</cp:coreProperties>
</file>